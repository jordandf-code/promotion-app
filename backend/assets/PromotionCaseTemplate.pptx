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CASE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[Candidate Name]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2560320" cy="22860"/>
          </a:xfrm>
          <a:prstGeom prst="rect">
            <a:avLst/>
          </a:prstGeom>
          <a:solidFill>
            <a:srgbClr val="1B4FBE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8288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[Associate Partner – Band 10]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2880" y="16642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2880" y="1847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Partner – Band D]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2880" y="23225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2880" y="2505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[Public Sector / Canadian Federal]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2880" y="29809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YEAR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2880" y="31638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[2025]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9184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YEAR SCORECARD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548640"/>
            <a:ext cx="1389888" cy="822960"/>
          </a:xfrm>
          <a:prstGeom prst="rect">
            <a:avLst/>
          </a:prstGeom>
          <a:solidFill>
            <a:srgbClr val="162444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548640"/>
            <a:ext cx="1389888" cy="54864"/>
          </a:xfrm>
          <a:prstGeom prst="rect">
            <a:avLst/>
          </a:prstGeom>
          <a:solidFill>
            <a:srgbClr val="1B4FBE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6217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$XXM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0" y="100584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18872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$XXM target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73168" y="548640"/>
            <a:ext cx="1389888" cy="822960"/>
          </a:xfrm>
          <a:prstGeom prst="rect">
            <a:avLst/>
          </a:prstGeom>
          <a:solidFill>
            <a:srgbClr val="162444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548640"/>
            <a:ext cx="1389888" cy="54864"/>
          </a:xfrm>
          <a:prstGeom prst="rect">
            <a:avLst/>
          </a:prstGeom>
          <a:solidFill>
            <a:srgbClr val="1B4FBE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6217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$XXM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3168" y="100584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118872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$XXM target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54496" y="548640"/>
            <a:ext cx="1389888" cy="822960"/>
          </a:xfrm>
          <a:prstGeom prst="rect">
            <a:avLst/>
          </a:prstGeom>
          <a:solidFill>
            <a:srgbClr val="162444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548640"/>
            <a:ext cx="1389888" cy="54864"/>
          </a:xfrm>
          <a:prstGeom prst="rect">
            <a:avLst/>
          </a:prstGeom>
          <a:solidFill>
            <a:srgbClr val="1B4FBE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6217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54496" y="100584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54496" y="118872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XX% target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35824" y="548640"/>
            <a:ext cx="1389888" cy="822960"/>
          </a:xfrm>
          <a:prstGeom prst="rect">
            <a:avLst/>
          </a:prstGeom>
          <a:solidFill>
            <a:srgbClr val="162444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35824" y="548640"/>
            <a:ext cx="1389888" cy="54864"/>
          </a:xfrm>
          <a:prstGeom prst="rect">
            <a:avLst/>
          </a:prstGeom>
          <a:solidFill>
            <a:srgbClr val="1B4FBE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6217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735824" y="100584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35824" y="118872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XX% target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91840" y="148132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WINS  (Net-New Logos First)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91840" y="1737360"/>
            <a:ext cx="6583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17465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4005072" y="173736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[Win 1 – one sentence describing the win, client, and value]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91840" y="2139696"/>
            <a:ext cx="6583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21488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005072" y="2139696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[Win 2 – one sentence describing the win, client, and value]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91840" y="2542032"/>
            <a:ext cx="658368" cy="201168"/>
          </a:xfrm>
          <a:prstGeom prst="rect">
            <a:avLst/>
          </a:prstGeom>
          <a:solidFill>
            <a:srgbClr val="2E7DBE"/>
          </a:solidFill>
          <a:ln w="12700">
            <a:solidFill>
              <a:srgbClr val="2E7D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0" y="2551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005072" y="254203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[Win 3 – one sentence describing the win, client, and value]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91840" y="2944368"/>
            <a:ext cx="658368" cy="201168"/>
          </a:xfrm>
          <a:prstGeom prst="rect">
            <a:avLst/>
          </a:prstGeom>
          <a:solidFill>
            <a:srgbClr val="2E7DBE"/>
          </a:solidFill>
          <a:ln w="12700">
            <a:solidFill>
              <a:srgbClr val="2E7DB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295351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005072" y="2944368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[Win 4 – one sentence describing the win, client, and value]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91840" y="3401568"/>
            <a:ext cx="5669280" cy="22860"/>
          </a:xfrm>
          <a:prstGeom prst="rect">
            <a:avLst/>
          </a:prstGeom>
          <a:solidFill>
            <a:srgbClr val="1B4FBE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0" y="34564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PIPELINE  –  TOP 3 PURSUITS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3703320"/>
          <a:ext cx="5669280" cy="123444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09728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Pursuit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B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[Pursuit A – brief description]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Proposal Submitted]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$XXM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[Pursuit B – brief description]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Shortlisted / BAFO]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$XXM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[Pursuit C – brief description]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Qualified / Shaping]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$XXM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</a:tr>
            </a:tbl>
          </a:graphicData>
        </a:graphic>
      </p:graphicFrame>
      <p:sp>
        <p:nvSpPr>
          <p:cNvPr id="52" name="Text 49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PARTNER CRITERIA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21208"/>
          <a:ext cx="8778240" cy="2633472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521208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B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Assessment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B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Client Relationship &amp; Trust]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[Jordan is the trusted advisor across three active senior SWC relationships]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Commercial Acumen / Signings]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[Led $27M ERP win; pricing expertise from $200M+ pursuit at Deloitte]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Delivery Excellence]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[Zero SLA breaches across all active engagements in qualifying year]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Practice / Market Development]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[Actively shaping $XXM pipeline across 3 federal departments]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People Leadership]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[Mentors X APs/consultants; recognized in IBM People Survey]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IBM Strategy Alignment]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[Anchors IBM's hybrid cloud + AI story in Canadian Federal context]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82880" y="3255264"/>
            <a:ext cx="87782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336499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2027 ASK  –  THINGS ONLY A PARTNER CAN DO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2880" y="3639312"/>
            <a:ext cx="8778240" cy="457200"/>
          </a:xfrm>
          <a:prstGeom prst="rect">
            <a:avLst/>
          </a:prstGeom>
          <a:solidFill>
            <a:srgbClr val="162444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" y="3639312"/>
            <a:ext cx="64008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367588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[Bullet 1 – e.g., Own and grow a $XXM P&amp;L relationship with [Department X], converting the current delivery role into a multi-year strategic partnership and net-new expansion.]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" y="4169664"/>
            <a:ext cx="8778240" cy="457200"/>
          </a:xfrm>
          <a:prstGeom prst="rect">
            <a:avLst/>
          </a:prstGeom>
          <a:solidFill>
            <a:srgbClr val="162444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2880" y="4169664"/>
            <a:ext cx="64008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206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[Bullet 2 – e.g., Lead IBM's Canadian Federal go-to-market for [technology / capability area], bringing peers and practitioners to market under a Partner-owned growth thesis.]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2880" y="4700016"/>
            <a:ext cx="8778240" cy="457200"/>
          </a:xfrm>
          <a:prstGeom prst="rect">
            <a:avLst/>
          </a:prstGeom>
          <a:solidFill>
            <a:srgbClr val="162444"/>
          </a:solidFill>
          <a:ln w="12700">
            <a:solidFill>
              <a:srgbClr val="1B4FB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2880" y="4700016"/>
            <a:ext cx="64008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73659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[Bullet 3 – e.g., Activate IBM's leadership position in [emerging priority, e.g., AI Act readiness / digital procurement], establishing Jordan as the external face of IBM in this space.]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2026-04-06T17:28:10Z</dcterms:created>
  <dcterms:modified xsi:type="dcterms:W3CDTF">2026-04-06T17:28:10Z</dcterms:modified>
</cp:coreProperties>
</file>